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Open with the hook: CTData already runs a human data helpline. We built the version that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The data exists and is public — but the path to an answer runs through portals and spreadsheets. CTData answers ~200 questions a year by hand. That's our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Scattered portals created the need; the consistent 7-dimension schema made it tractable; different readers meant the answer has to adapt to who is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Walk the pipeline in ~20 seconds, then switch to the live demo. Q1: retrieval with citations. Q2: switch profile to teacher and show the adapted answer. Q3: show honest limits — it routes to the right dataset rather than inventing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minute. Three differentiators: it adapts to the reader, it never invents, and it runs fully local with zero API cost. Land the closing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Real datasets, real helpline validation, then new topics.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-1234440"/>
            <a:ext cx="4754880" cy="877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6000" b="1" dirty="0">
                <a:solidFill>
                  <a:srgbClr val="2B3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6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 ·  CTDATA.ORG CHALLENGE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134295" y="548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17320"/>
            <a:ext cx="10058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0000" b="1" spc="-200" kern="0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Helpline,</a:t>
            </a:r>
            <a:endParaRPr lang="en-US" sz="10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10000" b="1" spc="-200" kern="0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Scale</a:t>
            </a:r>
            <a:pPr indent="0" marL="0">
              <a:lnSpc>
                <a:spcPct val="88000"/>
              </a:lnSpc>
              <a:buNone/>
            </a:pPr>
            <a:r>
              <a:rPr lang="en-US" sz="10000" b="1" spc="-200" kern="0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0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262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assistant that lets anyone ask plain-language questions of Connecticut’s public education data — and get trustworthy, cited answers.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6035040"/>
            <a:ext cx="10820095" cy="0"/>
          </a:xfrm>
          <a:prstGeom prst="line">
            <a:avLst/>
          </a:prstGeom>
          <a:noFill/>
          <a:ln w="9525">
            <a:solidFill>
              <a:srgbClr val="4655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6199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CTDATA-CHATBOT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19495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github.com/1xavierdev/CTData-chatbot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050" b="1" spc="300" kern="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USER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7626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 is public.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is </a:t>
            </a:r>
            <a:pPr indent="0" marL="0">
              <a:lnSpc>
                <a:spcPct val="98000"/>
              </a:lnSpc>
              <a:buNone/>
            </a:pPr>
            <a:r>
              <a:rPr lang="en-US" sz="4200" b="1" i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story.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CTData Collaborative’s education page holds graduation rates, chronic absenteeism, bullying and test scores — broken down by race, income, English-learner status and more. But using it means knowing which dataset, which portal, and how to filter spreadsheets.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users aren’t data scientists — they’re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parents, teachers, students, nonprofits and journalists.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1325880"/>
            <a:ext cx="0" cy="443484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QUESTIONS / YEAR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0" b="1" spc="-600" kern="0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90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by email, through CTData’s human data helpline.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bottleneck — and the opportunity.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263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ctdata.org/education; MetroHartford Alliance, CTData 2024 summary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134295" y="6263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050" b="1" spc="300" kern="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INSIGHT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7626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shaped the build</a:t>
            </a:r>
            <a:pPr indent="0" marL="0">
              <a:buNone/>
            </a:pPr>
            <a:r>
              <a:rPr lang="en-US" sz="44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0820095" cy="0"/>
          </a:xfrm>
          <a:prstGeom prst="line">
            <a:avLst/>
          </a:prstGeom>
          <a:noFill/>
          <a:ln w="12700">
            <a:solidFill>
              <a:srgbClr val="22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59152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80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54203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scattered across portals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560320"/>
            <a:ext cx="5605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CTData curates, but the numbers live on EdSight and CT’s open-data portal. Users get bounced between three websites for one answer.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584448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6576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80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840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schema is remarkably consistent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858768"/>
            <a:ext cx="5605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education dataset breaks down by the same 7 dimensions: race/ethnicity, gender, English-learner status, free/reduced meals, special education, homelessness, foster care. Ideal for natural-language querying.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82896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56048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80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51389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question, different readers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5157216"/>
            <a:ext cx="5605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7th grader and a policymaker ask the same thing but need different answers — so the assistant adapts reading level and framing to who is asking.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6181344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4295" y="6263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050" b="1" spc="300" kern="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DEMO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7626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4300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CTData Assistant — </a:t>
            </a:r>
            <a:pPr indent="0" marL="0">
              <a:buNone/>
            </a:pPr>
            <a:r>
              <a:rPr lang="en-US" sz="3600" b="1" i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to trusted answer.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2240280" cy="0"/>
          </a:xfrm>
          <a:prstGeom prst="line">
            <a:avLst/>
          </a:prstGeom>
          <a:noFill/>
          <a:ln w="12700">
            <a:solidFill>
              <a:srgbClr val="22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ctdata.org education pages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35808" y="2761488"/>
            <a:ext cx="400202" cy="0"/>
          </a:xfrm>
          <a:prstGeom prst="line">
            <a:avLst/>
          </a:prstGeom>
          <a:noFill/>
          <a:ln w="19050">
            <a:solidFill>
              <a:srgbClr val="F08A5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45738" y="2148840"/>
            <a:ext cx="2240280" cy="0"/>
          </a:xfrm>
          <a:prstGeom prst="line">
            <a:avLst/>
          </a:prstGeom>
          <a:noFill/>
          <a:ln w="12700">
            <a:solidFill>
              <a:srgbClr val="2231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5738" y="2286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45738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45738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embeddings, BM25 fallback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5746" y="2761488"/>
            <a:ext cx="400202" cy="0"/>
          </a:xfrm>
          <a:prstGeom prst="line">
            <a:avLst/>
          </a:prstGeom>
          <a:noFill/>
          <a:ln w="19050">
            <a:solidFill>
              <a:srgbClr val="F08A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5677" y="2148840"/>
            <a:ext cx="2240280" cy="0"/>
          </a:xfrm>
          <a:prstGeom prst="line">
            <a:avLst/>
          </a:prstGeom>
          <a:noFill/>
          <a:ln w="12700">
            <a:solidFill>
              <a:srgbClr val="2231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5677" y="2286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5677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LLM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5677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Studio, audience-aware prompts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5685" y="2761488"/>
            <a:ext cx="400202" cy="0"/>
          </a:xfrm>
          <a:prstGeom prst="line">
            <a:avLst/>
          </a:prstGeom>
          <a:noFill/>
          <a:ln w="19050">
            <a:solidFill>
              <a:srgbClr val="F08A5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65615" y="2148840"/>
            <a:ext cx="2240280" cy="0"/>
          </a:xfrm>
          <a:prstGeom prst="line">
            <a:avLst/>
          </a:prstGeom>
          <a:noFill/>
          <a:ln w="25400">
            <a:solidFill>
              <a:srgbClr val="F08A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65615" y="2286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265615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6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answer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265615" y="3017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linked, never invented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931920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096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THREE QUESTIONS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498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9560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education datasets does CTData have?”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650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citations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449928" y="4498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4449928" y="49560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I use absenteeism data in my classroom?”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449928" y="5650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as a teacher profile — the answer adapts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214055" y="4498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8214055" y="49560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“What’s the graduation rate by district?”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214055" y="5650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— routes to the right dataset, with a link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2636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server is down, the assistant degrades to keyword search. </a:t>
            </a:r>
            <a:pPr indent="0" marL="0">
              <a:buNone/>
            </a:pPr>
            <a:r>
              <a:rPr lang="en-US" sz="1050" b="1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never dies.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134295" y="6263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3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050" b="1" spc="300" kern="0" dirty="0">
                <a:solidFill>
                  <a:srgbClr val="F5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DIFFERENTIATION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7626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9525">
            <a:solidFill>
              <a:srgbClr val="4655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10820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helpline becomes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answer engine</a:t>
            </a:r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Audience-aware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explained at a 5th-grade level for a student — with methodology caveats for a researcher.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2354" y="3017520"/>
            <a:ext cx="0" cy="1691640"/>
          </a:xfrm>
          <a:prstGeom prst="line">
            <a:avLst/>
          </a:prstGeom>
          <a:noFill/>
          <a:ln w="9525">
            <a:solidFill>
              <a:srgbClr val="46557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72788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by design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35204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trusted CT sources, quotes figures exactly, cites every claim — and honestly says “here’s where to find it” when it doesn’t know.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89341" y="3017520"/>
            <a:ext cx="0" cy="1691640"/>
          </a:xfrm>
          <a:prstGeom prst="line">
            <a:avLst/>
          </a:prstGeom>
          <a:noFill/>
          <a:ln w="9525">
            <a:solidFill>
              <a:srgbClr val="4655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59775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local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59775" y="35204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LM Studio. Zero API cost, and user questions never leave the machine.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983480"/>
            <a:ext cx="10820095" cy="0"/>
          </a:xfrm>
          <a:prstGeom prst="line">
            <a:avLst/>
          </a:prstGeom>
          <a:noFill/>
          <a:ln w="9525">
            <a:solidFill>
              <a:srgbClr val="4655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13892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Instant, 24/7, and built for exactly the people CTData exists to serve.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636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 ·  TEACHERS  ·  STUDENTS  ·  NONPROFITS  ·  JOURNALISTS  ·  POLICYMAKERS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134295" y="6263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C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indent="0" marL="0">
              <a:buNone/>
            </a:pPr>
            <a:r>
              <a:rPr lang="en-US" sz="1050" b="1" spc="300" kern="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7626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D9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with the data itself.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6156655" cy="0"/>
          </a:xfrm>
          <a:prstGeom prst="line">
            <a:avLst/>
          </a:prstGeom>
          <a:noFill/>
          <a:ln w="12700">
            <a:solidFill>
              <a:srgbClr val="22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490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545336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the actual datasets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947672"/>
            <a:ext cx="5516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graduation and per-pupil spending are already identified on CT’s open-data portal — so the bot can answer “which district has the highest absenteeism?” with real numbers.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9240" y="2807208"/>
            <a:ext cx="615665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026664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against the real helpline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429000"/>
            <a:ext cx="5516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actual questions from CTData staff against the assistant’s answers; measure accuracy and citation quality.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49240" y="4288536"/>
            <a:ext cx="615665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4453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507992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beyond education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4910328"/>
            <a:ext cx="5516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Housing, health, demographics — the pipeline is already topic-agnostic; new topics are just new pages to scrape.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49240" y="5769864"/>
            <a:ext cx="6156655" cy="0"/>
          </a:xfrm>
          <a:prstGeom prst="line">
            <a:avLst/>
          </a:prstGeom>
          <a:noFill/>
          <a:ln w="9525">
            <a:solidFill>
              <a:srgbClr val="CFC6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6263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22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CTDATA-CHATBOT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6263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github.com/1xavierdev/CTData-chatbot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134295" y="6263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CTData Assistant — Hackathon Pitch</dc:title>
  <dc:subject>PptxGenJS Presentation</dc:subject>
  <dc:creator>Team CTData-Chatbot</dc:creator>
  <cp:lastModifiedBy>Team CTData-Chatbot</cp:lastModifiedBy>
  <cp:revision>1</cp:revision>
  <dcterms:created xsi:type="dcterms:W3CDTF">2026-09-30T18:37:49Z</dcterms:created>
  <dcterms:modified xsi:type="dcterms:W3CDTF">2026-09-30T18:37:49Z</dcterms:modified>
</cp:coreProperties>
</file>